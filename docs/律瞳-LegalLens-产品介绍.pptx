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3657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rFonts a:eastAsia="Microsoft YaHei" a:ascii="Microsoft YaHei" a:hAnsi="Microsoft YaHei"/>
                <a:solidFill>
                  <a:srgbClr val="E7E5E4"/>
                </a:solidFill>
                <a:latin typeface="Microsoft YaHei"/>
              </a:rPr>
              <a:t>GOAI 2026  ·  无界应用赛道  ·  AI+金融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rFonts a:eastAsia="Microsoft YaHei" a:ascii="Microsoft YaHei" a:hAnsi="Microsoft YaHei"/>
                <a:solidFill>
                  <a:srgbClr val="F0FDF4"/>
                </a:solidFill>
                <a:latin typeface="Microsoft YaHei"/>
              </a:rPr>
              <a:t>律师 / 金融从业者的 AI 案件分析平台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rFonts a:eastAsia="Calibri" a:ascii="Calibri" a:hAnsi="Calibri"/>
                <a:solidFill>
                  <a:srgbClr val="E7E5E4"/>
                </a:solidFill>
                <a:latin typeface="Calibri"/>
              </a:rPr>
              <a:t>AI Case Analysis Platform for Legal &amp; Finance Professionals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rFonts a:eastAsia="Microsoft YaHei" a:ascii="Microsoft YaHei" a:hAnsi="Microsoft YaHei"/>
                <a:solidFill>
                  <a:srgbClr val="F0FDF4"/>
                </a:solidFill>
                <a:latin typeface="Microsoft YaHei"/>
              </a:rPr>
              <a:t>覆盖：金融借款 · 信用卡 · 保险理赔 · 证券虚假陈述 · 银行理财 · 个人金融信息保护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rFonts a:eastAsia="Microsoft YaHei" a:ascii="Microsoft YaHei" a:hAnsi="Microsoft YaHei"/>
                <a:solidFill>
                  <a:srgbClr val="F0FDF4"/>
                </a:solidFill>
                <a:latin typeface="Microsoft YaHei"/>
              </a:rPr>
              <a:t>产品介绍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目录 /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822960" cy="5669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rFonts a:eastAsia="Calibri" a:ascii="Calibri" a:hAnsi="Calibri"/>
                <a:solidFill>
                  <a:srgbClr val="0C4A3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产品定位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74519"/>
            <a:ext cx="7315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Product Positioning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12848"/>
            <a:ext cx="822960" cy="5669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rFonts a:eastAsia="Calibri" a:ascii="Calibri" a:hAnsi="Calibri"/>
                <a:solidFill>
                  <a:srgbClr val="0C4A3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1284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4 Agent 协同 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32888"/>
            <a:ext cx="7315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4-Agent Collaboration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71215"/>
            <a:ext cx="822960" cy="5669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71215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rFonts a:eastAsia="Calibri" a:ascii="Calibri" a:hAnsi="Calibri"/>
                <a:solidFill>
                  <a:srgbClr val="0C4A3E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71215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4 大核心能力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91256"/>
            <a:ext cx="7315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4 Core Capabilities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29583"/>
            <a:ext cx="822960" cy="5669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29583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rFonts a:eastAsia="Calibri" a:ascii="Calibri" a:hAnsi="Calibri"/>
                <a:solidFill>
                  <a:srgbClr val="0C4A3E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529583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典型应用场景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9623"/>
            <a:ext cx="7315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Application Scenarios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87951"/>
            <a:ext cx="822960" cy="5669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87951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rFonts a:eastAsia="Calibri" a:ascii="Calibri" a:hAnsi="Calibri"/>
                <a:solidFill>
                  <a:srgbClr val="0C4A3E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187951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系统架构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07991"/>
            <a:ext cx="7315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System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46319"/>
            <a:ext cx="822960" cy="5669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46319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rFonts a:eastAsia="Calibri" a:ascii="Calibri" a:hAnsi="Calibri"/>
                <a:solidFill>
                  <a:srgbClr val="0C4A3E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846319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竞争优势 &amp; 设计理念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166359"/>
            <a:ext cx="7315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Advantages &amp; Design Philosophy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504687"/>
            <a:ext cx="822960" cy="56692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504687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rFonts a:eastAsia="Calibri" a:ascii="Calibri" a:hAnsi="Calibri"/>
                <a:solidFill>
                  <a:srgbClr val="0C4A3E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504687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合规边界 &amp; 落地计划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824727"/>
            <a:ext cx="7315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Compliance &amp; 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01 产品定位 / Product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D97706"/>
                </a:solidFill>
                <a:latin typeface="Microsoft YaHei"/>
              </a:rPr>
              <a:t>金融 &amp; 法律工作者的共同痛点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657600" cy="1463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91440" cy="1463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找法/合规难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金融法规 + 行业规范 +
判例政策数量巨大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39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传统检索耗时费力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103120"/>
            <a:ext cx="3657600" cy="1463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103120"/>
            <a:ext cx="91440" cy="1463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1945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幻觉风险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6517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通用大模型
容易"编造"法条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291839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律师/客户经理不敢直接用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103120"/>
            <a:ext cx="3657600" cy="1463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2103120"/>
            <a:ext cx="91440" cy="1463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945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难以验证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AI 输出引用真假
难以快速验证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291839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结论可信度低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我们的解决方案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91440" cy="16459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律瞳 LegalLens = 多 Agent 协同 + RAG 检索 + 真实法律/金融知识库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●  RAG 检索: 从 7 部金融法规 + 26 部法律 + 30 个金融判例 + 30 个法律判例中精准召回
●  多 Agent 协同: 4 个独立 Agent 分工 + 互相校验
●  引用溯源: 每条观点带 [n] 法名 第X条 引用，点开直达官方法规/案例库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02 4 Agent 协同 ⭐ 业内独创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Multi-Agent Collaboration — Industry-First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传统 vs 律瞳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2860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13232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YaHei"/>
                        </a:rPr>
                        <a:t>传统单 LLM 调用</a:t>
                      </a:r>
                    </a:p>
                  </a:txBody>
                  <a:tcPr>
                    <a:solidFill>
                      <a:srgbClr val="7871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YaHei"/>
                        </a:rPr>
                        <a:t>律瞳 4 Agent 协同</a:t>
                      </a:r>
                    </a:p>
                  </a:txBody>
                  <a:tcPr>
                    <a:solidFill>
                      <a:srgbClr val="0C4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8716C"/>
                          </a:solidFill>
                          <a:latin typeface="Microsoft YaHei"/>
                        </a:rPr>
                        <a:t>一次生成所有内容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917"/>
                          </a:solidFill>
                          <a:latin typeface="Microsoft YaHei"/>
                        </a:rPr>
                        <a:t>4 个 Agent 分工 + 互相校验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8716C"/>
                          </a:solidFill>
                          <a:latin typeface="Microsoft YaHei"/>
                        </a:rPr>
                        <a:t>法条可能编造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917"/>
                          </a:solidFill>
                          <a:latin typeface="Microsoft YaHei"/>
                        </a:rPr>
                        <a:t>A3 专门核验，幻觉引用被剔除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8716C"/>
                          </a:solidFill>
                          <a:latin typeface="Microsoft YaHei"/>
                        </a:rPr>
                        <a:t>风险评估靠模型"自觉"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917"/>
                          </a:solidFill>
                          <a:latin typeface="Microsoft YaHei"/>
                        </a:rPr>
                        <a:t>A4 独立运行，专门扫描风险点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8716C"/>
                          </a:solidFill>
                          <a:latin typeface="Microsoft YaHei"/>
                        </a:rPr>
                        <a:t>输出一锤定音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917"/>
                          </a:solidFill>
                          <a:latin typeface="Microsoft YaHei"/>
                        </a:rPr>
                        <a:t>输出前先整合、去重、补元数据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91440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rFonts a:eastAsia="Microsoft YaHei" a:ascii="Microsoft YaHei" a:hAnsi="Microsoft YaHei"/>
                <a:solidFill>
                  <a:srgbClr val="D97706"/>
                </a:solidFill>
                <a:latin typeface="Microsoft YaHei"/>
              </a:rPr>
              <a:t>💡 A3 引用核验 Agent — 律瞳的"反幻觉卫士"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逐字核对每一条 [n] 引用是否真在召回文档中。标"幻觉"的整条观点被自动剔除，并重新计算置信度。
把 AI 的幻觉率从 ~15% 压到 5% 以下，让律师/客户经理敢用。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02 4 Agent 协同流程 / Multi-Agent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案情 → RAG 检索 → 并行执行 → 串行分析 → 引用核验 → 整合输出</a:t>
            </a:r>
          </a:p>
        </p:txBody>
      </p:sp>
      <p:pic>
        <p:nvPicPr>
          <p:cNvPr id="7" name="Picture 6" descr="02_multiagent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497" y="1280160"/>
            <a:ext cx="973956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02 4-Agent Workflow (English Version)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Case Input → RAG Retrieval → Parallel Execution → Sequential Analysis → Citation Validation → Integration &amp; Output</a:t>
            </a:r>
          </a:p>
        </p:txBody>
      </p:sp>
      <p:pic>
        <p:nvPicPr>
          <p:cNvPr id="7" name="Picture 6" descr="02_multiagen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052" y="1280160"/>
            <a:ext cx="824847" cy="52120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03 4 大核心能力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4 Core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21945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91440" cy="21945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rFonts a:eastAsia="Calibri" a:ascii="Calibri" a:hAnsi="Calibri"/>
                <a:solidFill>
                  <a:srgbClr val="0C4A3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金融案件智能分析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Finance Case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4 Agent 协同 / 多视角校验
引用 [n] 强制可溯源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965960"/>
            <a:ext cx="1097280" cy="32004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6596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60-90 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5486400" cy="21945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91440" cy="2194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rFonts a:eastAsia="Calibri" a:ascii="Calibri" a:hAnsi="Calibri"/>
                <a:solidFill>
                  <a:srgbClr val="D97706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9659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金融判例检索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3317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Case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30 个金融判例 + 30 个法律判例
覆盖借贷/保险/证券/理财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1965960"/>
            <a:ext cx="1097280" cy="320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196596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&lt; 30 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97679"/>
            <a:ext cx="5486400" cy="21945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297679"/>
            <a:ext cx="91440" cy="21945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348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rFonts a:eastAsia="Calibri" a:ascii="Calibri" a:hAnsi="Calibri"/>
                <a:solidFill>
                  <a:srgbClr val="0C4A3E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348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金融合同审查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00599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Contract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12079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10+ 规则引擎
5 类金融合同模板
AI 综合分析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4434840"/>
            <a:ext cx="1097280" cy="32004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43484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20-30 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297679"/>
            <a:ext cx="5486400" cy="21945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297679"/>
            <a:ext cx="91440" cy="2194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4348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rFonts a:eastAsia="Calibri" a:ascii="Calibri" a:hAnsi="Calibri"/>
                <a:solidFill>
                  <a:srgbClr val="D97706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4348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法规知识库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800599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Knowledge 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212079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7 部金融法规 + 26 部法律
官方源 URL + 状态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24160" y="4434840"/>
            <a:ext cx="1097280" cy="320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443484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&lt; 1 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场景 1：银行客户经理快速分析金融借款案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Scenario 1: Bank RM · Loan Triage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91440" cy="43891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👤  陈经理 · 某股份制银行客户经理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痛点 / Pain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客户张某房贷累计 6 期逾期 312 万，需要在 1 小时内评估处置方案（诉讼/重组/转让）。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操作 /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在 AI 分析页输入逾期情况 → 律瞳 4 Agent 协同分析 → 60-90 秒输出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37360"/>
            <a:ext cx="5943600" cy="43891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737360"/>
            <a:ext cx="91440" cy="4389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82880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📤  AI 输出 /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860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A1 焦点：本案核心争议为「房贷逾期是否构成根本违约 / 合同解除条件」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A2 分析：依据《商业银行法》第 35 条 + 《民法典》第 563 条 [1]，累计 6 期逾期构成根本违约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A2 分析：依据《民法典》第 565 条 [2]，银行可主张合同解除 + 一次性偿还剩余本息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A4 风险：判例库 (2023)京 02 民终 4567 号 [3] 显示类似案件银行胜诉率 95%+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A3 校验：3 条引用全部通过真实性核验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💡 效率提升：1 小时 → 90 秒  （金融案件初步分析时间）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场景 2：银行理财合规审查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Scenario 2: Wealth Mgmt Compliance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91440" cy="43891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👤  李经理 · 某城商行私行部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痛点 / Pain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客户陈某购买 200 万 R2 级稳健理财亏损 38 万，投诉销售违规。需要快速判定我方责任。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操作 /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上传理财销售录音 + 风险评估记录 → 选「合同类型：理财」+「立场：我方」→ 开始审查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37360"/>
            <a:ext cx="5943600" cy="43891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737360"/>
            <a:ext cx="91440" cy="4389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82880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📤  AI 输出 /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860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⚠️ 高风险 — 发现 1 个高风险 + 2 个中风险条款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AI 综合分析：销售时未做风险评估 / 未充分揭示风险 / 客户风险等级与产品不匹配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重点关注：未对客户做 R2 风险承受能力评估 (违反《商业银行理财业务监督管理办法》第 6 条 [1])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重点关注：合同与销售口头表述不一致 — 合同载「不保本」，销售说「稳健」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类案参考：(2023)京 03 民终 1234 号 [2] 银行被判赔 38 万的 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💡 效率提升：1 天 → 30 秒  （理财合规审查时间）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场景 3：保险公司快速理赔审查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Scenario 3: Insurance Claim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91440" cy="43891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👤  王经理 · 某财险公司理赔部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痛点 / Pain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客户李某车辆被高空坠物砸损 9.8 万，车主索赔。需要快速判断是正常赔付还是拒赔。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操作 /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上传保单 + 事故现场照片 + 出警记录 → 选「合同类型：车险」→ 开始审查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37360"/>
            <a:ext cx="5943600" cy="43891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737360"/>
            <a:ext cx="91440" cy="4389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82880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📤  AI 输出 /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860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✅ 正常赔付 — 未发现拒赔依据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AI 综合分析：事故发生在保险期间 / 属于保险责任范围 / 保险公司无明确拒赔依据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重点关注：保险公司以「事故发生地不在约定区域」拒赔 (违反《保险法》第 23 条 [1])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重点关注：保险单未载明区域限制，无约定即无拒赔理由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类案参考：(2022)粤 01 民终 9012 号 [2] 类似案件法院判保险公司全额赔付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💡 效率提升：30 分钟 → 20 秒  （保险理赔预审时间）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05 系统架构 /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5 层架构：用户层 / 前端层 / 后端层 / AI 层 / 数据层  ·  7 部金融法规 + 30 个金融判例</a:t>
            </a:r>
          </a:p>
        </p:txBody>
      </p:sp>
      <p:pic>
        <p:nvPicPr>
          <p:cNvPr id="7" name="Picture 6" descr="01_overview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5" y="1371600"/>
            <a:ext cx="11430000" cy="3433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05 System Architecture (English Version)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5 Layers: User / Frontend / Backend / AI / Data  ·  7 Finance Regulations + 30 Finance Cases</a:t>
            </a:r>
          </a:p>
        </p:txBody>
      </p:sp>
      <p:pic>
        <p:nvPicPr>
          <p:cNvPr id="7" name="Picture 6" descr="01_overview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5" y="1371600"/>
            <a:ext cx="11430000" cy="33797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06 竞争优势 &amp; 设计理念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Competitive Advantages &amp; Design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vs 传统法律/金融 AI 助手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28600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4876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0C4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Microsoft YaHei"/>
                        </a:rPr>
                        <a:t>律瞳优势</a:t>
                      </a:r>
                    </a:p>
                  </a:txBody>
                  <a:tcPr>
                    <a:solidFill>
                      <a:srgbClr val="0C4A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03C"/>
                          </a:solidFill>
                          <a:latin typeface="Microsoft YaHei"/>
                        </a:rPr>
                        <a:t>幻觉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917"/>
                          </a:solidFill>
                          <a:latin typeface="Microsoft YaHei"/>
                        </a:rPr>
                        <a:t>4 Agent 协同核验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03C"/>
                          </a:solidFill>
                          <a:latin typeface="Microsoft YaHei"/>
                        </a:rPr>
                        <a:t>可追溯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917"/>
                          </a:solidFill>
                          <a:latin typeface="Microsoft YaHei"/>
                        </a:rPr>
                        <a:t>[n] 引用 + 官方源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03C"/>
                          </a:solidFill>
                          <a:latin typeface="Microsoft YaHei"/>
                        </a:rPr>
                        <a:t>专业度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917"/>
                          </a:solidFill>
                          <a:latin typeface="Microsoft YaHei"/>
                        </a:rPr>
                        <a:t>33 法规 + 60 判例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03C"/>
                          </a:solidFill>
                          <a:latin typeface="Microsoft YaHei"/>
                        </a:rPr>
                        <a:t>可解释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917"/>
                          </a:solidFill>
                          <a:latin typeface="Microsoft YaHei"/>
                        </a:rPr>
                        <a:t>通过率 = 置信度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403C"/>
                          </a:solidFill>
                          <a:latin typeface="Microsoft YaHei"/>
                        </a:rPr>
                        <a:t>双行业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1917"/>
                          </a:solidFill>
                          <a:latin typeface="Microsoft YaHei"/>
                        </a:rPr>
                        <a:t>金融 + 法律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3 大设计理念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5303520" cy="8686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91440" cy="8686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7744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让客户经理敢用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743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幻觉率从 ~15% 压到 5% 以下
每条引用可点开验证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246120"/>
            <a:ext cx="5303520" cy="8686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246120"/>
            <a:ext cx="91440" cy="8686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6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33756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不做训练做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033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金融法规是公开的，不需要训练
RAG 实时更新、引用可溯源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206240"/>
            <a:ext cx="5303520" cy="8686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206240"/>
            <a:ext cx="91440" cy="8686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297679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297679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聚焦引用真实性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663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金融最大痛点是"不敢用"
核心原则：可验证、可追溯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让 AI 做 AI 擅长的事——海量检索、模式识别、多视角校验
让金融从业者做金融擅长的事——客户沟通、风险判断、合规决策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07 合规边界 / Compliance &amp;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律瞳严格遵守《生成式人工智能服务管理暂行办法》《商业银行法》《证券法》《保险法》《个人金融信息保护试行办法》等法规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21031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91440" cy="21031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算法备案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Algorithm Filing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已完成生成式 AI 备案自评估报告
含算法原理、数据来源、安全措施
可在监管平台查询备案状态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00" cy="21031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659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数据安全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3317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Data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用户密码 bcrypt 加密
JWT Token HS256 签名
HTTPS 全程加密传输
遵守《个人金融信息保护试行办法》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5486400" cy="21031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91440" cy="21031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434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合规文档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09159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Legal 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用户服务协议 · 隐私政策
法律免责声明 · 数据来源说明
金融场景专属合规说明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206240"/>
            <a:ext cx="5486400" cy="21031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206240"/>
            <a:ext cx="91440" cy="2103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43400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⚖️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3434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1C1917"/>
                </a:solidFill>
                <a:latin typeface="Microsoft YaHei"/>
              </a:rPr>
              <a:t>责任边界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709159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Liability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206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Microsoft YaHei" a:ascii="Microsoft YaHei" a:hAnsi="Microsoft YaHei"/>
                <a:solidFill>
                  <a:srgbClr val="44403C"/>
                </a:solidFill>
                <a:latin typeface="Microsoft YaHei"/>
              </a:rPr>
              <a:t>律瞳为辅助工具，不替代专业判断
所有分析结果仅供参考
最终决策由持证律师/金融从业者作出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📂 完整合规材料 7 份：算法自评估报告 / 安全评估报告 / 用户协议 / 隐私政策 / 免责声明 / 数据来源说明 / README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07 后续落地计划 /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从 MVP 到规模化的清晰路径 / Clear Path from MVP to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Phase 1 · 已完成 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3657600" cy="6400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MVP 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MVP 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0C4A3E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全栈开发完成并上线公网访问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0C4A3E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7 部金融法规 + 26 部法律 + 60 判例知识库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0C4A3E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4 Agent 协同案情分析、类案检索、合同审查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0C4A3E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用户注册登录系统（与现有产品账号互通）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0C4A3E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生成式 AI 备案合规材料就位（7 份文档）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828800"/>
            <a:ext cx="365760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Phase 2 · 3 个月内 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377440"/>
            <a:ext cx="3657600" cy="6400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37744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D97706"/>
                </a:solidFill>
                <a:latin typeface="Microsoft YaHei"/>
              </a:rPr>
              <a:t>金融场景深化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Finance Enhancement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832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扩展金融判例至 200+（覆盖最高院金融案例库）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增加银保监/证监会处罚案例库（合规自查）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理财销售合规预审：上传录音+风险评估 → AI 自动判定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D97706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对接银行/保险内部系统 API（合规审批流）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828800"/>
            <a:ext cx="3657600" cy="54864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291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Phase 3 · 6-12 个月 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377440"/>
            <a:ext cx="3657600" cy="6400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37744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rFonts a:eastAsia="Microsoft YaHei" a:ascii="Microsoft YaHei" a:hAnsi="Microsoft YaHei"/>
                <a:solidFill>
                  <a:srgbClr val="0C4A3E"/>
                </a:solidFill>
                <a:latin typeface="Microsoft YaHei"/>
              </a:rPr>
              <a:t>规模落地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0175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rFonts a:eastAsia="Calibri" a:ascii="Calibri" a:hAnsi="Calibri"/>
                <a:solidFill>
                  <a:srgbClr val="78716C"/>
                </a:solidFill>
                <a:latin typeface="Calibri"/>
              </a:rPr>
              <a:t>Scale &amp;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832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0C4A3E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金融 SaaS 商业化：银行版/保险版/券商版/律所版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0C4A3E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开放 API：与银行 OA / 保险核心系统 / 证监平台对接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0C4A3E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行业拓展：4 Agent 框架复用至医疗、合规、审计</a:t>
            </a:r>
          </a:p>
          <a:p>
            <a:pPr algn="l">
              <a:spcAft>
                <a:spcPts val="800"/>
              </a:spcAft>
            </a:pPr>
            <a:r>
              <a:rPr sz="1100">
                <a:rFonts a:eastAsia="Microsoft YaHei"/>
                <a:solidFill>
                  <a:srgbClr val="0C4A3E"/>
                </a:solidFill>
                <a:latin typeface="Calibri"/>
              </a:rPr>
              <a:t>●  </a:t>
            </a:r>
            <a:r>
              <a:rPr sz="1100">
                <a:rFonts a:eastAsia="Microsoft YaHei"/>
                <a:solidFill>
                  <a:srgbClr val="44403C"/>
                </a:solidFill>
                <a:latin typeface="Microsoft YaHei"/>
              </a:rPr>
              <a:t>生态建设：与律师事务所、政法高校、监管机构合作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从 MVP 验证 → 金融场景深化 → 规模落地  清晰的 3 阶段路线图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rFonts a:eastAsia="Microsoft YaHei" a:ascii="Microsoft YaHei" a:hAnsi="Microsoft YaHei"/>
                <a:solidFill>
                  <a:srgbClr val="78716C"/>
                </a:solidFill>
                <a:latin typeface="Microsoft YaHei"/>
              </a:rPr>
              <a:t>律瞳 LegalLens · 律师/金融从业者的 AI 风险研判平台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rFonts a:eastAsia="Calibri" a:ascii="Calibri" a:hAnsi="Calibri"/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rFonts a:eastAsia="Microsoft YaHei" a:ascii="Microsoft YaHei" a:hAnsi="Microsoft YaHei"/>
                <a:solidFill>
                  <a:srgbClr val="F0FDF4"/>
                </a:solidFill>
                <a:latin typeface="Microsoft YaHei"/>
              </a:rPr>
              <a:t>感谢您的关注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30552" cy="3657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rFonts a:eastAsia="Microsoft YaHei" a:ascii="Microsoft YaHei" a:hAnsi="Microsoft YaHei"/>
                <a:solidFill>
                  <a:srgbClr val="FFFFFF"/>
                </a:solidFill>
                <a:latin typeface="Microsoft YaHei"/>
              </a:rPr>
              <a:t>律瞳 LegalLens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rFonts a:eastAsia="Microsoft YaHei" a:ascii="Microsoft YaHei" a:hAnsi="Microsoft YaHei"/>
                <a:solidFill>
                  <a:srgbClr val="F0FDF4"/>
                </a:solidFill>
                <a:latin typeface="Microsoft YaHei"/>
              </a:rPr>
              <a:t>律师 / 金融从业者的 AI 案件分析平台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rFonts a:eastAsia="Microsoft YaHei" a:ascii="Microsoft YaHei" a:hAnsi="Microsoft YaHei"/>
                <a:solidFill>
                  <a:srgbClr val="E7E5E4"/>
                </a:solidFill>
                <a:latin typeface="Microsoft YaHei"/>
              </a:rPr>
              <a:t>让每一条法律意见，都有可追溯的引证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rFonts a:eastAsia="Microsoft YaHei" a:ascii="Microsoft YaHei" a:hAnsi="Microsoft YaHei"/>
                <a:solidFill>
                  <a:srgbClr val="E7E5E4"/>
                </a:solidFill>
                <a:latin typeface="Microsoft YaHei"/>
              </a:rPr>
              <a:t>让每一次分析，都经多视角交叉校验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